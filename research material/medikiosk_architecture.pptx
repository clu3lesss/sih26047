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MediKiosk — AI-powered clinical history platform  ·  SIH 2026, PS 26047, Ministry of AYUSH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319272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472184"/>
            <a:ext cx="317296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59671"/>
            <a:ext cx="317296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touch, multilingual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95928" y="1417320"/>
            <a:ext cx="3319272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69080" y="1472184"/>
            <a:ext cx="317296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1759671"/>
            <a:ext cx="317296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view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350008"/>
            <a:ext cx="671169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consent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637495"/>
            <a:ext cx="671169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ABHA/Aadhaar login, DPDP Act 2023 consent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3319272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3227832"/>
            <a:ext cx="317296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engine (Module 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515319"/>
            <a:ext cx="317296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+ dialogue manager + TTS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95928" y="3172968"/>
            <a:ext cx="3319272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69080" y="3227832"/>
            <a:ext cx="3172968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(Module 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9080" y="3515319"/>
            <a:ext cx="3172968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structured extraction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4105656"/>
            <a:ext cx="671169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generator (Module C)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393143"/>
            <a:ext cx="671169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fusion of history + documents, physician edits/confirms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928616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4983480"/>
            <a:ext cx="671169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FHIR adapter (Module 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5270967"/>
            <a:ext cx="671169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session wipe on submit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16836" y="2075688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4434840" y="2075688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2116836" y="2953512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34840" y="2953512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16836" y="3831336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4434840" y="3831336"/>
            <a:ext cx="1220724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86200" y="4709160"/>
            <a:ext cx="0" cy="21945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635240" y="3154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5240" y="3465576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08392" y="3520440"/>
            <a:ext cx="39227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HIS / EMR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08392" y="3807927"/>
            <a:ext cx="392277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structured summary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35240" y="434340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08392" y="4398264"/>
            <a:ext cx="392277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health locker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08392" y="4685751"/>
            <a:ext cx="3922776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record updated via FHIR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flipH="1">
            <a:off x="7315200" y="3794760"/>
            <a:ext cx="320040" cy="1331366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7315200" y="4672584"/>
            <a:ext cx="320040" cy="716890"/>
          </a:xfrm>
          <a:prstGeom prst="line">
            <a:avLst/>
          </a:prstGeom>
          <a:noFill/>
          <a:ln w="15875">
            <a:solidFill>
              <a:srgbClr val="444441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61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MediKiosk platform component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31920" y="5989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5961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patient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completed before the physician enters the consultation room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202436" y="169164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120243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" y="306324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logs in with ABHA/Aadhaar, selects language, grants consent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933956"/>
            <a:ext cx="320040" cy="0"/>
          </a:xfrm>
          <a:prstGeom prst="line">
            <a:avLst/>
          </a:prstGeom>
          <a:noFill/>
          <a:ln w="19050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15868" y="169164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35158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70632" y="242316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8648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98648" y="306324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conducts adaptive voice + touch history interview; red flags trigger priority triage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4024" y="1933956"/>
            <a:ext cx="320040" cy="0"/>
          </a:xfrm>
          <a:prstGeom prst="line">
            <a:avLst/>
          </a:prstGeom>
          <a:noFill/>
          <a:ln w="19050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29300" y="169164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58293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84064" y="242316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306324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uploads prior prescriptions, labs and discharge summaries for AI digitization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77456" y="1933956"/>
            <a:ext cx="320040" cy="0"/>
          </a:xfrm>
          <a:prstGeom prst="line">
            <a:avLst/>
          </a:prstGeom>
          <a:noFill/>
          <a:ln w="19050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42732" y="169164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814273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97496" y="242316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25512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&amp; route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25512" y="306324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structured summary, links to ABHA, pushes to the hospital HIS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90888" y="1933956"/>
            <a:ext cx="320040" cy="0"/>
          </a:xfrm>
          <a:prstGeom prst="line">
            <a:avLst/>
          </a:prstGeom>
          <a:noFill/>
          <a:ln w="19050">
            <a:solidFill>
              <a:srgbClr val="44444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56164" y="1691640"/>
            <a:ext cx="502920" cy="5029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9" name="Text 27"/>
          <p:cNvSpPr/>
          <p:nvPr/>
        </p:nvSpPr>
        <p:spPr>
          <a:xfrm>
            <a:off x="1045616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710928" y="242316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38944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38944" y="306324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reviews the complete history in seconds, edits and confirms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run on the self-service kiosk or patient dashboard, with no staff assistance required.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2026-09-07T10:17:54Z</dcterms:created>
  <dcterms:modified xsi:type="dcterms:W3CDTF">2026-09-07T10:17:54Z</dcterms:modified>
</cp:coreProperties>
</file>